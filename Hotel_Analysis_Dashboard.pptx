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Hotel Booking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Booking Trend</a:t>
            </a:r>
          </a:p>
        </p:txBody>
      </p:sp>
      <p:pic>
        <p:nvPicPr>
          <p:cNvPr id="3" name="Picture 2" descr="monthly_booking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612" y="1417638"/>
            <a:ext cx="4876800" cy="3657600"/>
          </a:xfrm>
          <a:prstGeom prst="rect">
            <a:avLst/>
          </a:prstGeom>
        </p:spPr>
      </p:pic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Channel</a:t>
            </a:r>
          </a:p>
        </p:txBody>
      </p:sp>
      <p:pic>
        <p:nvPicPr>
          <p:cNvPr id="3" name="Picture 2" descr="revenue_by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1" y="1417638"/>
            <a:ext cx="4876800" cy="36576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Cancellation Analysis</a:t>
            </a:r>
          </a:p>
        </p:txBody>
      </p:sp>
      <p:pic>
        <p:nvPicPr>
          <p:cNvPr id="3" name="Picture 2" descr="cancellation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713" y="1417638"/>
            <a:ext cx="4876800" cy="3657600"/>
          </a:xfrm>
          <a:prstGeom prst="rect">
            <a:avLst/>
          </a:prstGeom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</Words>
  <Application>Microsoft Macintosh PowerPoint</Application>
  <PresentationFormat>On-screen Show (4:3)</PresentationFormat>
  <Paragraphs>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Advanced Hotel Booking Analysis</vt:lpstr>
      <vt:lpstr>Monthly Booking Trend</vt:lpstr>
      <vt:lpstr>Revenue by Channel</vt:lpstr>
      <vt:lpstr>Cancellation Analysis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Hotel Booking Analysis</dc:title>
  <dc:creator>HP</dc:creator>
  <dc:description>generated using python-pptx</dc:description>
  <cp:lastModifiedBy>HP</cp:lastModifiedBy>
  <cp:revision>4</cp:revision>
  <dcterms:created xsi:type="dcterms:W3CDTF">2013-01-27T09:14:16Z</dcterms:created>
  <dcterms:modified xsi:type="dcterms:W3CDTF">2026-06-13T15:52:20Z</dcterms:modified>
</cp:coreProperties>
</file>