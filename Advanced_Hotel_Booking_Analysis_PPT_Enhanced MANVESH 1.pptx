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Hotel Booking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Analyst Internship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booking behavior, cancellations, channels and room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Records: 30,000</a:t>
            </a:r>
          </a:p>
          <a:p>
            <a:endParaRPr/>
          </a:p>
          <a:p>
            <a:r>
              <a:t>Data was analyzed to understand booking patterns, cancellation behavior, room preferences, and channel performance. The objective was to identify operational challenges and business growth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Confirmed bookings dominate the dataset.</a:t>
            </a:r>
          </a:p>
          <a:p>
            <a:endParaRPr/>
          </a:p>
          <a:p>
            <a:r>
              <a:rPr smtClean="0"/>
              <a:t> </a:t>
            </a:r>
            <a:r>
              <a:t>Around 72% bookings were confirmed.</a:t>
            </a:r>
          </a:p>
          <a:p>
            <a:r>
              <a:rPr smtClean="0"/>
              <a:t> </a:t>
            </a:r>
            <a:r>
              <a:t>Cancellation rate is approximately 20%.</a:t>
            </a:r>
          </a:p>
          <a:p>
            <a:r>
              <a:rPr smtClean="0"/>
              <a:t> </a:t>
            </a:r>
            <a:r>
              <a:t>Cancellations directly affect occupancy and revenue forecasting.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Travel Agent channel shows highest cancellation tendency.</a:t>
            </a:r>
          </a:p>
          <a:p>
            <a:endParaRPr/>
          </a:p>
          <a:p>
            <a:r>
              <a:rPr smtClean="0"/>
              <a:t>Highest </a:t>
            </a:r>
            <a:r>
              <a:t>cancellation rate among all channels.</a:t>
            </a:r>
          </a:p>
          <a:p>
            <a:r>
              <a:rPr smtClean="0"/>
              <a:t>Direct </a:t>
            </a:r>
            <a:r>
              <a:t>web bookings are more reliable.</a:t>
            </a:r>
          </a:p>
          <a:p>
            <a:r>
              <a:rPr smtClean="0"/>
              <a:t> </a:t>
            </a:r>
            <a:r>
              <a:t>Opportunity to promote direct bookings and reduce dependency on intermediaries.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Room Type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Standard rooms face the highest cancellation rate.</a:t>
            </a:r>
          </a:p>
          <a:p>
            <a:endParaRPr/>
          </a:p>
          <a:p>
            <a:r>
              <a:rPr smtClean="0"/>
              <a:t>Standard </a:t>
            </a:r>
            <a:r>
              <a:t>rooms attract price-sensitive customers.</a:t>
            </a:r>
          </a:p>
          <a:p>
            <a:r>
              <a:rPr smtClean="0"/>
              <a:t> </a:t>
            </a:r>
            <a:r>
              <a:t>Deluxe and Suite rooms show stronger booking commitment.</a:t>
            </a:r>
          </a:p>
          <a:p>
            <a:r>
              <a:rPr smtClean="0"/>
              <a:t> </a:t>
            </a:r>
            <a:r>
              <a:t>Upselling can improve revenue and reduce volatility.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Rating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4-star hotels contribute the largest booking volume.</a:t>
            </a:r>
          </a:p>
          <a:p>
            <a:endParaRPr/>
          </a:p>
          <a:p>
            <a:r>
              <a:rPr smtClean="0"/>
              <a:t> </a:t>
            </a:r>
            <a:r>
              <a:t>Strong balance of affordability and quality.</a:t>
            </a:r>
          </a:p>
          <a:p>
            <a:r>
              <a:rPr smtClean="0"/>
              <a:t> </a:t>
            </a:r>
            <a:r>
              <a:t>Preferred by business and family travelers.</a:t>
            </a:r>
          </a:p>
          <a:p>
            <a:r>
              <a:rPr smtClean="0"/>
              <a:t> </a:t>
            </a:r>
            <a:r>
              <a:t>Represents the most attractive segment for growth initiatives.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Price </a:t>
            </a:r>
            <a:r>
              <a:t>sensitivity among customers.</a:t>
            </a:r>
          </a:p>
          <a:p>
            <a:r>
              <a:rPr smtClean="0"/>
              <a:t> </a:t>
            </a:r>
            <a:r>
              <a:t>Indirect bookings through travel agents.</a:t>
            </a:r>
          </a:p>
          <a:p>
            <a:r>
              <a:rPr smtClean="0"/>
              <a:t> </a:t>
            </a:r>
            <a:r>
              <a:t>Last-minute travel plan changes.</a:t>
            </a:r>
          </a:p>
          <a:p>
            <a:r>
              <a:rPr smtClean="0"/>
              <a:t> </a:t>
            </a:r>
            <a:r>
              <a:t>Flexible cancellation policies.</a:t>
            </a:r>
          </a:p>
          <a:p>
            <a:r>
              <a:rPr smtClean="0"/>
              <a:t> </a:t>
            </a:r>
            <a:r>
              <a:t>Competitive price comparison across platforms.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Increase direct booking incentives.</a:t>
            </a:r>
          </a:p>
          <a:p>
            <a:pPr>
              <a:buNone/>
            </a:pPr>
            <a:r>
              <a:t>• Introduce prepayment/deposit policies.</a:t>
            </a:r>
          </a:p>
          <a:p>
            <a:pPr>
              <a:buNone/>
            </a:pPr>
            <a:r>
              <a:t>• Launch loyalty and referral programs.</a:t>
            </a:r>
          </a:p>
          <a:p>
            <a:pPr>
              <a:buNone/>
            </a:pPr>
            <a:r>
              <a:t>• Use dynamic pricing strategies.</a:t>
            </a:r>
          </a:p>
          <a:p>
            <a:pPr>
              <a:buNone/>
            </a:pPr>
            <a:r>
              <a:t>• Monitor agent-wise cancellation trends.</a:t>
            </a:r>
          </a:p>
          <a:p>
            <a:pPr>
              <a:buNone/>
            </a:pPr>
            <a:r>
              <a:t>• Build dashboards for real-time KPI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Revenue loss due to cancellations</a:t>
            </a:r>
          </a:p>
          <a:p>
            <a:pPr>
              <a:buNone/>
            </a:pPr>
            <a:r>
              <a:t>• Unused room inventory</a:t>
            </a:r>
          </a:p>
          <a:p>
            <a:pPr>
              <a:buNone/>
            </a:pPr>
            <a:r>
              <a:t>• Reduced forecasting accuracy</a:t>
            </a:r>
          </a:p>
          <a:p>
            <a:pPr>
              <a:buNone/>
            </a:pPr>
            <a:r>
              <a:t>• Higher operational inefficiencies</a:t>
            </a:r>
          </a:p>
          <a:p>
            <a:pPr>
              <a:buNone/>
            </a:pPr>
            <a:r>
              <a:t>• Lower profitability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High: Travel-agent cancellations</a:t>
            </a:r>
          </a:p>
          <a:p>
            <a:r>
              <a:t>High: Empty room inventory</a:t>
            </a:r>
          </a:p>
          <a:p>
            <a:r>
              <a:t>Medium: Revenue leakage</a:t>
            </a:r>
          </a:p>
          <a:p>
            <a:r>
              <a:t>Medium: Demand forecasting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10–15% reduction in cancellations</a:t>
            </a:r>
          </a:p>
          <a:p>
            <a:pPr>
              <a:buNone/>
            </a:pPr>
            <a:r>
              <a:t>• Increased direct booking share</a:t>
            </a:r>
          </a:p>
          <a:p>
            <a:pPr>
              <a:buNone/>
            </a:pPr>
            <a:r>
              <a:t>• Improved occupancy planning</a:t>
            </a:r>
          </a:p>
          <a:p>
            <a:pPr>
              <a:buNone/>
            </a:pPr>
            <a:r>
              <a:t>• Better customer retention</a:t>
            </a:r>
          </a:p>
          <a:p>
            <a:pPr>
              <a:buNone/>
            </a:pPr>
            <a:r>
              <a:t>• Higher profitability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Seasonal trend analysis</a:t>
            </a:r>
          </a:p>
          <a:p>
            <a:pPr>
              <a:buNone/>
            </a:pPr>
            <a:r>
              <a:t>• Customer segmentation</a:t>
            </a:r>
          </a:p>
          <a:p>
            <a:pPr>
              <a:buNone/>
            </a:pPr>
            <a:r>
              <a:t>• Revenue forecasting</a:t>
            </a:r>
          </a:p>
          <a:p>
            <a:pPr>
              <a:buNone/>
            </a:pPr>
            <a:r>
              <a:t>• Predictive cancellation models</a:t>
            </a:r>
          </a:p>
          <a:p>
            <a:pPr>
              <a:buNone/>
            </a:pPr>
            <a:r>
              <a:t>• Customer lifetime value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Cancellation Rate</a:t>
            </a:r>
          </a:p>
          <a:p>
            <a:pPr>
              <a:buNone/>
            </a:pPr>
            <a:r>
              <a:t>• Occupancy Rate</a:t>
            </a:r>
          </a:p>
          <a:p>
            <a:pPr>
              <a:buNone/>
            </a:pPr>
            <a:r>
              <a:t>• Revenue per Available Room (RevPAR)</a:t>
            </a:r>
          </a:p>
          <a:p>
            <a:pPr>
              <a:buNone/>
            </a:pPr>
            <a:r>
              <a:t>• Direct Booking Share</a:t>
            </a:r>
          </a:p>
          <a:p>
            <a:pPr>
              <a:buNone/>
            </a:pPr>
            <a:r>
              <a:t>• Customer Retention 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 </a:t>
            </a: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Booking channel and room category significantly influence cancellation behavior. Data-driven strategies focused on direct bookings, customer retention, and pricing optimization can improve occupancy, reduce revenue leakage, and drive sustainable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418</Words>
  <Application>Microsoft Macintosh PowerPoint</Application>
  <PresentationFormat>On-screen Show (4:3)</PresentationFormat>
  <Paragraphs>76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Hotel Booking Analysis</vt:lpstr>
      <vt:lpstr>Objective</vt:lpstr>
      <vt:lpstr>Dataset Summary</vt:lpstr>
      <vt:lpstr>Booking Status</vt:lpstr>
      <vt:lpstr>Channel Insights</vt:lpstr>
      <vt:lpstr>Room Type Insights</vt:lpstr>
      <vt:lpstr>Star Rating Insights</vt:lpstr>
      <vt:lpstr>Root Cause Analysis</vt:lpstr>
      <vt:lpstr>Recommendations</vt:lpstr>
      <vt:lpstr>Business Impact</vt:lpstr>
      <vt:lpstr>Risk Assessment</vt:lpstr>
      <vt:lpstr>Expected Outcomes</vt:lpstr>
      <vt:lpstr>Future Scope</vt:lpstr>
      <vt:lpstr>KPI Dashboard</vt:lpstr>
      <vt:lpstr> 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Analysis</dc:title>
  <dc:creator>HP</dc:creator>
  <dc:description>generated using python-pptx</dc:description>
  <cp:lastModifiedBy>HP</cp:lastModifiedBy>
  <cp:revision>2</cp:revision>
  <dcterms:created xsi:type="dcterms:W3CDTF">2013-01-27T09:14:16Z</dcterms:created>
  <dcterms:modified xsi:type="dcterms:W3CDTF">2026-06-13T15:59:04Z</dcterms:modified>
</cp:coreProperties>
</file>